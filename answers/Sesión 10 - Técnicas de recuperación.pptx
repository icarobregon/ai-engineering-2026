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Tahoma"/>
      <p:regular r:id="rId16"/>
      <p:bold r:id="rId17"/>
    </p:embeddedFon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68ba72fe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f268ba72fe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268ba72fe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f268ba72fe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268ba72fe_0_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f268ba72fe_0_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537e7d1e_0_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d537e7d1e_0_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537e7d1e_0_1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ed537e7d1e_0_1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d537e7d1e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ed537e7d1e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Daniel Gil Alegre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584291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4: Arquitecturas RAG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932115"/>
            <a:ext cx="72684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10: RAG Avanzado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title="sesion-10-slide-01-pipeline-orden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esion-10-slide-02-routing-cascad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"/>
            <a:ext cx="9144000" cy="5143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 title="sesion-10-slide-03-expansion-descomposic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esion-10-slide-04-filtros-decaimien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sesion-10-slide-05-arnes-lectura-hones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sesion-10-slide-06-human-in-the-lo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714025" y="1107950"/>
            <a:ext cx="82119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💻 Leer el contenido del módulo 11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✍️ Realiza los ejercicios previos de la sesión 11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✋ Participa en los debates, en el feed y en los comentarios de las lecciones.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1630825" y="92150"/>
            <a:ext cx="637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✍️ Ejercicios para la Sesión </a:t>
            </a: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2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4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24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