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Tahoma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7618da84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e17618da84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17618da84_0_1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e17618da84_0_1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d2092c8d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e1d2092c8d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7618da84_0_1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e17618da84_0_1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77b842d7_0_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e177b842d7_0_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7618da84_0_2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e17618da84_0_2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17618da84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e17618da84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4.jp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Jean Francois Gutierrez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2: Arquitecturas CAG (Cache Augmented Generation)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32125"/>
            <a:ext cx="7670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4: Producto avanzado con IA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382850" y="92150"/>
            <a:ext cx="49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Situación actual del proyecto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6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bloque-0-road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12" y="1002088"/>
            <a:ext cx="9080975" cy="31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 title="bloque-1-texto-vs-estructur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445"/>
            <a:ext cx="9182674" cy="4950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bloque-2-schema-y-tres-camin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09238" y="490850"/>
            <a:ext cx="9962476" cy="436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01-cuadrantes-validaci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049" y="0"/>
            <a:ext cx="60299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bloque-3-politicas-fall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92950" y="564226"/>
            <a:ext cx="9967048" cy="40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loque-4-cache-key-y-thresh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7262" y="92150"/>
            <a:ext cx="949852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 title="bloque-5-recap-pipe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09513" y="440175"/>
            <a:ext cx="10163026" cy="46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730175" y="896500"/>
            <a:ext cx="8211900" cy="22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💻 Leer el contenido previo de la sesión 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762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👋 Completa el perﬁl en la plataforma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✍️ Realiza los ejercicios previos de la sesión 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✋ Participa en los debates, en el feed y en los comentarios de las lecciones.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1630825" y="92150"/>
            <a:ext cx="637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Ejercicios para la Sesión 0</a:t>
            </a: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1" i="0" sz="2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3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3" name="Google Shape;143;p25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