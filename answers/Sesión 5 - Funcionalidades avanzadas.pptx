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Tahoma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b924a0d5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e3b924a0d5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3b924a0d5_0_1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e3b924a0d5_0_1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b924a0d5_0_2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e3b924a0d5_0_2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b924a0d5_0_1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3b924a0d5_0_1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3b924a0d5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e3b924a0d5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b924a0d5_0_3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e3b924a0d5_0_3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b924a0d5_0_3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e3b924a0d5_0_3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jp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Antonio P</a:t>
            </a:r>
            <a:r>
              <a:rPr lang="es" sz="2200">
                <a:solidFill>
                  <a:schemeClr val="lt1"/>
                </a:solidFill>
              </a:rPr>
              <a:t>érez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2: Arquitecturas CAG (Cache Augmented Generation)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32125"/>
            <a:ext cx="79716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5: Funcionalidades avanzadas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lide-01-roadma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9569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lide-02-tres-estrategias-historia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9249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lide-03-tier-estatico-a-derivado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860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lide-04-cinco-categorias-golden-dataset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8526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slide-05-piramide-test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72699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lide-06-actor-critic-bos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5798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 title="slide-07-dos-vs-tres-rol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7804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slide-08-tabla-comparativa-trade-off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152400"/>
            <a:ext cx="68205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5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1" name="Google Shape;141;p25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