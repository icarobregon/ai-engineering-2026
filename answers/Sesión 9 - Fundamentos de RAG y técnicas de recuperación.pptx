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ato Light"/>
      <p:regular r:id="rId16"/>
      <p:bold r:id="rId17"/>
      <p:italic r:id="rId18"/>
      <p:boldItalic r:id="rId19"/>
    </p:embeddedFont>
    <p:embeddedFont>
      <p:font typeface="Oswald Light"/>
      <p:regular r:id="rId20"/>
      <p:bold r:id="rId21"/>
    </p:embeddedFont>
    <p:embeddedFont>
      <p:font typeface="Tahoma"/>
      <p:regular r:id="rId22"/>
      <p:bold r:id="rId23"/>
    </p:embeddedFont>
    <p:embeddedFont>
      <p:font typeface="Helvetica Neue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Light-regular.fntdata"/><Relationship Id="rId22" Type="http://schemas.openxmlformats.org/officeDocument/2006/relationships/font" Target="fonts/Tahoma-regular.fntdata"/><Relationship Id="rId21" Type="http://schemas.openxmlformats.org/officeDocument/2006/relationships/font" Target="fonts/OswaldLight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schemas.openxmlformats.org/officeDocument/2006/relationships/font" Target="fonts/Oswald-regular.fnt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Light-bold.fntdata"/><Relationship Id="rId16" Type="http://schemas.openxmlformats.org/officeDocument/2006/relationships/font" Target="fonts/LatoLight-regular.fntdata"/><Relationship Id="rId19" Type="http://schemas.openxmlformats.org/officeDocument/2006/relationships/font" Target="fonts/LatoLight-boldItalic.fntdata"/><Relationship Id="rId18" Type="http://schemas.openxmlformats.org/officeDocument/2006/relationships/font" Target="fonts/Lato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80da7c0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580da7c0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537e7d1e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ed537e7d1e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537e7d1e_0_1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ed537e7d1e_0_1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d537e7d1e_0_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ed537e7d1e_0_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d537e7d1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ed537e7d1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dr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/>
          <p:nvPr>
            <p:ph idx="2" type="pic"/>
          </p:nvPr>
        </p:nvSpPr>
        <p:spPr>
          <a:xfrm>
            <a:off x="0" y="0"/>
            <a:ext cx="9144000" cy="512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9"/>
          <p:cNvSpPr/>
          <p:nvPr/>
        </p:nvSpPr>
        <p:spPr>
          <a:xfrm>
            <a:off x="5612892" y="858956"/>
            <a:ext cx="3530400" cy="560100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9"/>
          <p:cNvSpPr txBox="1"/>
          <p:nvPr/>
        </p:nvSpPr>
        <p:spPr>
          <a:xfrm>
            <a:off x="5812216" y="1845909"/>
            <a:ext cx="3115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0" name="Google Shape;120;p29"/>
          <p:cNvSpPr txBox="1"/>
          <p:nvPr/>
        </p:nvSpPr>
        <p:spPr>
          <a:xfrm>
            <a:off x="5811499" y="4197538"/>
            <a:ext cx="31152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1" name="Google Shape;121;p29"/>
          <p:cNvSpPr txBox="1"/>
          <p:nvPr/>
        </p:nvSpPr>
        <p:spPr>
          <a:xfrm>
            <a:off x="5812216" y="908329"/>
            <a:ext cx="3114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5782127" y="908329"/>
            <a:ext cx="3192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3" type="body"/>
          </p:nvPr>
        </p:nvSpPr>
        <p:spPr>
          <a:xfrm>
            <a:off x="5811441" y="97631"/>
            <a:ext cx="32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4" type="body"/>
          </p:nvPr>
        </p:nvSpPr>
        <p:spPr>
          <a:xfrm>
            <a:off x="5782127" y="1543955"/>
            <a:ext cx="2790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5" type="body"/>
          </p:nvPr>
        </p:nvSpPr>
        <p:spPr>
          <a:xfrm>
            <a:off x="5810202" y="2674192"/>
            <a:ext cx="2790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9"/>
          <p:cNvSpPr txBox="1"/>
          <p:nvPr>
            <p:ph idx="6" type="body"/>
          </p:nvPr>
        </p:nvSpPr>
        <p:spPr>
          <a:xfrm>
            <a:off x="5810202" y="3916847"/>
            <a:ext cx="2790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9"/>
          <p:cNvSpPr txBox="1"/>
          <p:nvPr>
            <p:ph idx="7" type="body"/>
          </p:nvPr>
        </p:nvSpPr>
        <p:spPr>
          <a:xfrm>
            <a:off x="5782127" y="1806060"/>
            <a:ext cx="29088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9"/>
          <p:cNvSpPr txBox="1"/>
          <p:nvPr>
            <p:ph idx="8" type="body"/>
          </p:nvPr>
        </p:nvSpPr>
        <p:spPr>
          <a:xfrm>
            <a:off x="5819421" y="2945811"/>
            <a:ext cx="29088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9"/>
          <p:cNvSpPr txBox="1"/>
          <p:nvPr>
            <p:ph idx="9" type="body"/>
          </p:nvPr>
        </p:nvSpPr>
        <p:spPr>
          <a:xfrm>
            <a:off x="5819421" y="4171065"/>
            <a:ext cx="29088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19.jp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8.jp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1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1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Daniel Gil Alegre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137" name="Google Shape;137;p31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138" name="Google Shape;138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31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0" name="Google Shape;140;p31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41" name="Google Shape;141;p31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1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31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4: Arquitecturas RAG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31"/>
          <p:cNvSpPr txBox="1"/>
          <p:nvPr/>
        </p:nvSpPr>
        <p:spPr>
          <a:xfrm>
            <a:off x="619125" y="1932115"/>
            <a:ext cx="7268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9: Fundamentos RAG 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603913" y="4555654"/>
            <a:ext cx="38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/>
              <a:t>https://www.linkedin.com/in/daniel-gil-alegre/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50" name="Google Shape;1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344" y="4629952"/>
            <a:ext cx="251617" cy="25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2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 txBox="1"/>
          <p:nvPr/>
        </p:nvSpPr>
        <p:spPr>
          <a:xfrm>
            <a:off x="1630825" y="92150"/>
            <a:ext cx="5621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🧑🏻‍🏫 Tu mentor hoy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3" name="Google Shape;153;p32" title="daniel_gil_lidr_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375" y="832444"/>
            <a:ext cx="4544676" cy="340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2" title="Logo tech sherpas.png"/>
          <p:cNvPicPr preferRelativeResize="0"/>
          <p:nvPr/>
        </p:nvPicPr>
        <p:blipFill rotWithShape="1">
          <a:blip r:embed="rId6">
            <a:alphaModFix/>
          </a:blip>
          <a:srcRect b="31063" l="0" r="0" t="0"/>
          <a:stretch/>
        </p:blipFill>
        <p:spPr>
          <a:xfrm>
            <a:off x="5618125" y="1362098"/>
            <a:ext cx="1949700" cy="6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2" title="Logo ai4dev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94900" y="2095497"/>
            <a:ext cx="2213848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2" title="Logo ignit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48064" y="677150"/>
            <a:ext cx="3026773" cy="6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2" title="ruum_logotype_horizont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5600" y="3790774"/>
            <a:ext cx="2266225" cy="6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3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3" title="slide-01-de-s08-a-s0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400" y="440176"/>
            <a:ext cx="8227598" cy="46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4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4" title="slide-02-transcripcion-vs-quer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200" y="440175"/>
            <a:ext cx="8361466" cy="470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5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5" title="slide-03-tres-ejes-retrieva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50" y="440175"/>
            <a:ext cx="8361466" cy="470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6" title="slide-04-anatomia-estimat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50" y="440175"/>
            <a:ext cx="8361466" cy="470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714025" y="1107950"/>
            <a:ext cx="82119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del módulo 10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10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37"/>
          <p:cNvSpPr txBox="1"/>
          <p:nvPr/>
        </p:nvSpPr>
        <p:spPr>
          <a:xfrm>
            <a:off x="1630825" y="92150"/>
            <a:ext cx="637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37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4" name="Google Shape;1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8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9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9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39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39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39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39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7" name="Google Shape;207;p39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9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